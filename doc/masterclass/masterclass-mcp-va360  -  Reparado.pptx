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4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69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Frase: 'La última vez os conté qué eran los MCPs. Hoy no os voy a contar nada: los vais a ver trabajar.' Anunciar Q&amp;A por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Enseñar el resultado final con la reunión pregrabada (truco de magia). Después: 'rebobinamos y lo montamos juntos'.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1 viene del feedback de la 1.3: Q&amp;A como bloque, no como interrupción.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ANTES de definición. Empleado nuevo brillante sin acreditaciones. No mencionar aún la palabra 'servidor'.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Micro-glosario al vuelo: API key = contraseña para programas. Servidor = programa que espera peticiones. 20 segundos por término.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va la demo del dolor: hacerlo A MANO cronometrando en voz alta. 'Tres minutos para UNA tarea.'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 del B2. Rellenar la fila de ejemplos EN VIVO después de conectar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honesto obligatorio. Nadie sale pensando que le hemos vendido trabajo innecesario.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3-4 respuestas en voz alta y afinarlas con la tabla. Después, Q&amp;A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 · MASTERCLASS EN DIRECTO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Project Manager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MCP que gestiona tus proyectos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685800" cy="685800"/>
          </a:xfrm>
          <a:prstGeom prst="ellipse">
            <a:avLst/>
          </a:prstGeom>
          <a:solidFill>
            <a:srgbClr val="2626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2532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5074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· Notion · Trello · Calendar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a Claude Code — todo en directo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va a ocurrir aquí, en el minuto 105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98348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760220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925" y="25314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reunión real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1228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haremos en clase,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Fireflies escuchando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4505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48556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710428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33" y="2531425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1436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prompt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31436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 escrita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7952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398764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9660636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341" y="253142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81644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resultados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81644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en Notion · tareas en Trello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reunión en Calendar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trucos ni vídeos grabados. Si algo falla, lo depuramos juntos — eso también es la clase.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reglas para las próximas dos horas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21918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842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al final de cada bloque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03120" y="2423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Apúntalas mientras avanzamos. Habrá espacio reservado — no se pierde ninguna.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338328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7" y="36091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03120" y="34015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Anunciaré cada cambio de pantalla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103120" y="38404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“Ahora me veis la terminal”, “vamos al navegador”. Siempre sabrás dónde estamos.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480060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57" y="502645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03120" y="481888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de hoy te lo llevas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2103120" y="52578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paso a paso, el código completo y los prompts exactos, en el material de la sesión.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es un empleado brillante.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problema: está encerrado en una sala sin llaves.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3291840"/>
            <a:ext cx="1371600" cy="1371600"/>
          </a:xfrm>
          <a:prstGeom prst="ellipse">
            <a:avLst/>
          </a:prstGeom>
          <a:solidFill>
            <a:srgbClr val="2626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96" y="36484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5138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de todo,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tocar nada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07949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648" y="351714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5371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84" y="470916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0"/>
          <p:cNvSpPr/>
          <p:nvPr/>
        </p:nvSpPr>
        <p:spPr>
          <a:xfrm>
            <a:off x="718261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768" y="3517148"/>
            <a:ext cx="280904" cy="2809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5683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65683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4709160"/>
            <a:ext cx="256032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68680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>
            <a:off x="928573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7888" y="3517148"/>
            <a:ext cx="280904" cy="2809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75995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875995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0324" y="4709160"/>
            <a:ext cx="256032" cy="25603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1078992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18"/>
          <p:cNvSpPr/>
          <p:nvPr/>
        </p:nvSpPr>
        <p:spPr>
          <a:xfrm>
            <a:off x="1138885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41008" y="3517148"/>
            <a:ext cx="280904" cy="2809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86307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reunión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1086307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</a:t>
            </a:r>
            <a:endParaRPr lang="en-US" sz="11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3444" y="4709160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redactar un acta perfecta. Pero no puede abrir Notion. Todavía.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MCP es la acreditación que abre cada puerta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309360" cy="3566160"/>
          </a:xfrm>
          <a:prstGeom prst="roundRect">
            <a:avLst>
              <a:gd name="adj" fmla="val 2308"/>
            </a:avLst>
          </a:prstGeom>
          <a:solidFill>
            <a:srgbClr val="F5EEDC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43000" y="2194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acreditación lleva escrito: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qué departamento da acceso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Trello, Notion, tu agenda, tus reuniones…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exactamente ahí dentro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“leer tarjetas”, “crear una página”, “agendar una reunión”. Ni una acción más.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1920240"/>
            <a:ext cx="3977640" cy="3566160"/>
          </a:xfrm>
          <a:prstGeom prst="roundRect">
            <a:avLst>
              <a:gd name="adj" fmla="val 2308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81812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315" y="243047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es un estándar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18120" y="32004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cada aparato tenía su cargador. Hoy todo es USB-C.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es el USB-C de las aplicaciones: un solo tipo de enchufe para conectar cualquier IA con cualquier herramienta.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Model Context Protocol. El nombre técnico importa menos que la idea: acreditaciones estándar para tu IA.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dentro solo hay dos piezas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0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herramientas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concretas que permite.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“Listar mis reuniones”, “crear una tarjeta”, “agendar un evento”.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acción no está en la lista, la IA no puede hacerla. Eso te protege.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46520" y="196596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81228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62" y="25338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llave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812280" y="3383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credencial: una clave (API key) o un inicio de sesión de los de siempre.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llave no hay acceso. No es un fastidio: es la garantía de que solo entra quien tú autorizas.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martes cualquiera, después de la reunión de proyecto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578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8932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7732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0068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903220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2020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34356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207508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36308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38644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511796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a mano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40596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42932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816084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min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administrativo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reunión de proyecto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×N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1772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multiplícalo por tus proyectos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tus semanas del año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copia-pega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22960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de error humano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repetido de la oficina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te contrató para hacer esto. Y sin embargo, se lo come tu semana.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CONECTAR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acreditaciones de hoy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0233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2130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013" y="2412553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Fireflies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949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oídos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949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la reunión de Zoom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convierte en texto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2841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24738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093" y="2412553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6557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6557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viven las actas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documentación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5449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717346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173" y="2412553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Trello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9165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tablón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9165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del proyecto: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hacer y quién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8057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1009954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253" y="2412553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773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31773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1773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reuniones periódicas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Zoom?  </a:t>
            </a: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circuito, a propósito: Fireflies ya escucha la reunión. Una conexión menos que montar y mantener. Simplificar también es diseñar.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CRITERIO PROFESIONAL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¿Oficial, de la comunidad o propio?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6132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la comunidad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lo mantiene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empresa dueña de la 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voluntario de internet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Confianza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antes: le das tus llaves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sabes qué hay dentro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que la empresa decida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que el autor necesitó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Exactamente las que tú necesitas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 hoy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· Calendar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 (no hay oficial)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Fireflies (lo construimos)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“oficial” no siempre significa “cómodo” — el de Google Calendar existe, pero configurarlo lleva un buen rato de pantallas de permisos.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CRITERIO PROFESIONAL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para elegir sin equivocarte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080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823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483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532" y="232001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Oficial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823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existe y cubre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54196" y="28803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942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7685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7345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32" y="2320016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685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7685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oficial —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revisado antes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40396" y="28803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3804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5EEDC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86547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3º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06207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1932" y="2320016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547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Propio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86547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necesitas control fino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 existe nada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1554480" y="4892040"/>
            <a:ext cx="9098280" cy="1143000"/>
          </a:xfrm>
          <a:prstGeom prst="roundRect">
            <a:avLst>
              <a:gd name="adj" fmla="val 72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1874520" y="5120640"/>
            <a:ext cx="685800" cy="685800"/>
          </a:xfrm>
          <a:prstGeom prst="ellipse">
            <a:avLst/>
          </a:prstGeom>
          <a:solidFill>
            <a:srgbClr val="2626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828" y="529894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88920" y="5029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seguridad antes de instalar uno de la comunidad:</a:t>
            </a:r>
            <a:endParaRPr lang="en-US" sz="135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“¿A quién le estoy dando las llaves de mi Trello?”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CONSTRUIR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Fireflies ya tiene MCP oficial.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 construir el nuestro igualmente.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43000" y="3063240"/>
            <a:ext cx="640080" cy="640080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3229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abrir el capó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entiendes qué hay dentro de un MCP, puedes evaluar cualquier otro con criterio — oficial o de la comunidad.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27889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675120" y="3063240"/>
            <a:ext cx="640080" cy="640080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3229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tener el control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794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nuestro tendrá 2 herramientas que hacen exactamente lo que este flujo necesita. Ni una más. El oficial trae de todo.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quién lo va a programar?  </a:t>
            </a: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Code. La IA fabricándose su propia acreditación.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NUESTRO MCP DE FIREFLIES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herramientas. Ni una más.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61320" cy="1783080"/>
          </a:xfrm>
          <a:prstGeom prst="roundRect">
            <a:avLst>
              <a:gd name="adj" fmla="val 4615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43000" y="2468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43000" y="24688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listar_reuniones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2219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reuniones tengo grabadas?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271576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las últimas reuniones con su título, fecha y duración. Es el índice de la estantería.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10561320" cy="1783080"/>
          </a:xfrm>
          <a:prstGeom prst="roundRect">
            <a:avLst>
              <a:gd name="adj" fmla="val 4615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143000" y="44805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43000" y="4480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leer_reunion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42336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dijo y qué se decidió?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472744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resumen, los puntos de acción y la transcripción completa con quién dijo qué. Sin indicar cuál, trae la última.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Construirlo es describir bien lo que quieres: se lo pedimos a Claude Code con un prompt y lo vemos escribir el código en directo.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MOMENTO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circuito completo, de la voz al calendario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286000" cy="1737360"/>
          </a:xfrm>
          <a:prstGeom prst="roundRect">
            <a:avLst>
              <a:gd name="adj" fmla="val 4737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572768" y="2697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28757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Fireflies escuchando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9144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4206240" y="2240280"/>
            <a:ext cx="3017520" cy="2194560"/>
          </a:xfrm>
          <a:prstGeom prst="roundRect">
            <a:avLst>
              <a:gd name="adj" fmla="val 3750"/>
            </a:avLst>
          </a:prstGeom>
          <a:solidFill>
            <a:srgbClr val="1A1A2E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330952" y="2487168"/>
            <a:ext cx="777240" cy="777240"/>
          </a:xfrm>
          <a:prstGeom prst="ellipse">
            <a:avLst/>
          </a:prstGeom>
          <a:solidFill>
            <a:srgbClr val="2626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034" y="268925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4340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reunión y 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con cada cosa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0" y="333756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7315200" y="333756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315200" y="3337560"/>
            <a:ext cx="1005840" cy="146304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458200" y="123444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68680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46" y="174284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1435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en Notion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37260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decisiones, tareas, responsables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458200" y="269748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868680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46" y="32058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2898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en Trello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7260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de aceptación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458200" y="416052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868680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46" y="466892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72600" y="43616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en Calendar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372600" y="4846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enlace al acta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prompt dispara todo el circuito. Lo lanzamos ahora, en directo, sobre la reunión que hicimos al empezar la clase.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HACERLO BIEN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Potente no significa sin supervisión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675120" cy="3840480"/>
          </a:xfrm>
          <a:prstGeom prst="roundRect">
            <a:avLst>
              <a:gd name="adj" fmla="val 2143"/>
            </a:avLst>
          </a:prstGeom>
          <a:solidFill>
            <a:srgbClr val="F5EEDC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0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450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 la primera semana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8720" y="33375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sistema escriba — actas, tarjetas, eventos — lo revisa una persona antes de darlo por bueno.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desconfianza: es diseño profesional. La confianza se gana con revisiones que salen limpias, no se regala el primer día.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recuperas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min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955280" y="35204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administración por reunión de proyecto, cada semana, en cada equipo.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0" y="45262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la cuenta con tus proyectos. Y ahora sabes montar la máquina que se lo come.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TU TURNO — 5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 tu propio stack de acreditaciones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proyecto real tuyo y escribe en el chat de Zoom: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61320" cy="1234440"/>
          </a:xfrm>
          <a:prstGeom prst="roundRect">
            <a:avLst>
              <a:gd name="adj" fmla="val 6667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143000" y="267919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4300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2578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MCPs existentes que conectarías esta semana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057400" y="30358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oficiales o de la comunidad? Justifícalo con la tabla de decisión.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0561320" cy="1234440"/>
          </a:xfrm>
          <a:prstGeom prst="roundRect">
            <a:avLst>
              <a:gd name="adj" fmla="val 6667"/>
            </a:avLst>
          </a:prstGeom>
          <a:solidFill>
            <a:srgbClr val="F4F4F7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43000" y="414223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14300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57400" y="40416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MCP propio que te falta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057400" y="44988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Ponle nombre y define sus 2-3 herramientas exactas. Ni una más.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10561320" cy="914400"/>
          </a:xfrm>
          <a:prstGeom prst="roundRect">
            <a:avLst>
              <a:gd name="adj" fmla="val 9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143000" y="5440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cierre: 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proceso de tu semana desaparecería si tu IA tuviera las acreditaciones adecuadas?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otra vez os conté qué era un MCP.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lo habéis visto trabajar.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material de la sesión te llevas: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0972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81" y="44908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a paso de las 4 conexiones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548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281" y="44908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completo del MCP de Fireflies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381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84124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81" y="44908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mágico, listo para adaptar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 · VA360 Labs — Sección 04 · Código y Automatización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1521</Words>
  <Application>Microsoft Macintosh PowerPoint</Application>
  <PresentationFormat>Panorámica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Masterclass · El Project Manager invisible</dc:title>
  <dc:subject>PptxGenJS Presentation</dc:subject>
  <dc:creator>PotenzIA · VA360 Labs</dc:creator>
  <cp:lastModifiedBy>Jesús Pérez Sánchez</cp:lastModifiedBy>
  <cp:revision>2</cp:revision>
  <dcterms:created xsi:type="dcterms:W3CDTF">2026-07-07T07:07:38Z</dcterms:created>
  <dcterms:modified xsi:type="dcterms:W3CDTF">2026-07-07T08:12:28Z</dcterms:modified>
</cp:coreProperties>
</file>