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zFhGJ6fnt7tx0Ai8WFPEiJHLI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4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40.png"/><Relationship Id="rId6" Type="http://schemas.openxmlformats.org/officeDocument/2006/relationships/image" Target="../media/image10.png"/><Relationship Id="rId7" Type="http://schemas.openxmlformats.org/officeDocument/2006/relationships/image" Target="../media/image4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47.png"/><Relationship Id="rId5" Type="http://schemas.openxmlformats.org/officeDocument/2006/relationships/image" Target="../media/image4.png"/><Relationship Id="rId6" Type="http://schemas.openxmlformats.org/officeDocument/2006/relationships/image" Target="../media/image40.png"/><Relationship Id="rId7" Type="http://schemas.openxmlformats.org/officeDocument/2006/relationships/image" Target="../media/image10.pn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12.png"/><Relationship Id="rId6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Relationship Id="rId6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1005840"/>
            <a:ext cx="201168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9312" y="1005840"/>
            <a:ext cx="201168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95344" y="1005840"/>
            <a:ext cx="201168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1376" y="1005840"/>
            <a:ext cx="201168" cy="201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7408" y="10058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4709160" y="9784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+15.000 alumnos formados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1463040"/>
            <a:ext cx="8046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Título principal del slide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en 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texto destacado en dorado.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371600" y="329184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Subtítulo descriptivo con la propuesta de valor principal del programa o la sesión que se esté presentando.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14400" y="402336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34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14400" y="44074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Sesiones en directo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2743200" y="402336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68h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743200" y="44074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De contenido en directo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572000" y="402336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+30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572000" y="44074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Herramientas dominadas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400800" y="402336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1.500€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400800" y="44074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Precio 1a edición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" name="Google Shape;3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3200" y="4709160"/>
            <a:ext cx="36576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2743200" y="470916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0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0A"/>
                </a:solidFill>
                <a:latin typeface="Calibri"/>
                <a:ea typeface="Calibri"/>
                <a:cs typeface="Calibri"/>
                <a:sym typeface="Calibri"/>
              </a:rPr>
              <a:t>Inscribirme Ahora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1" title="potenzia-logo-DA6qrqM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7175" y="163431"/>
            <a:ext cx="2006534" cy="41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1645920"/>
            <a:ext cx="2743200" cy="2743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Título de Sección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Breve descripción de lo que se abordará en esta sección del programa.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3931920"/>
            <a:ext cx="2743200" cy="27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" title="potenzia-logo-DA6qrqM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175" y="163428"/>
            <a:ext cx="908148" cy="1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Lo que aprenderás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960120"/>
            <a:ext cx="2743200" cy="2743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548640" y="1280160"/>
            <a:ext cx="2560320" cy="3108960"/>
          </a:xfrm>
          <a:prstGeom prst="roundRect">
            <a:avLst>
              <a:gd fmla="val 3571" name="adj"/>
            </a:avLst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0200" y="1600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731520" y="2286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Inteligencia Artificial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777240" y="2743200"/>
            <a:ext cx="210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Descripción breve del primer pilar o módulo que se enseña en el programa.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383280" y="1280160"/>
            <a:ext cx="2560320" cy="3108960"/>
          </a:xfrm>
          <a:prstGeom prst="roundRect">
            <a:avLst>
              <a:gd fmla="val 3571" name="adj"/>
            </a:avLst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4840" y="1600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3566160" y="2286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Automatización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611880" y="2743200"/>
            <a:ext cx="210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Descripción breve del segundo pilar o módulo principal del curso.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217920" y="1280160"/>
            <a:ext cx="2560320" cy="3108960"/>
          </a:xfrm>
          <a:prstGeom prst="roundRect">
            <a:avLst>
              <a:gd fmla="val 3571" name="adj"/>
            </a:avLst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69480" y="1600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6400800" y="2286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Resultados Medibles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46520" y="2743200"/>
            <a:ext cx="210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Descripción breve del tercer pilar orientado a resultados tangibles.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3" title="potenzia-logo-DA6qrqM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7175" y="163428"/>
            <a:ext cx="908148" cy="1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Cifras Clave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960120"/>
            <a:ext cx="2743200" cy="2743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914400" y="1371600"/>
            <a:ext cx="3474720" cy="1463040"/>
          </a:xfrm>
          <a:prstGeom prst="roundRect">
            <a:avLst>
              <a:gd fmla="val 5000" name="adj"/>
            </a:avLst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8720" y="1828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/>
          <p:nvPr/>
        </p:nvSpPr>
        <p:spPr>
          <a:xfrm>
            <a:off x="1737360" y="15544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+15.000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737360" y="21945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Profesionales formados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754880" y="1371600"/>
            <a:ext cx="3474720" cy="1463040"/>
          </a:xfrm>
          <a:prstGeom prst="roundRect">
            <a:avLst>
              <a:gd fmla="val 5000" name="adj"/>
            </a:avLst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18288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5577840" y="15544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+30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577840" y="219456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Herramientas dominadas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914400" y="3108960"/>
            <a:ext cx="3474720" cy="1463040"/>
          </a:xfrm>
          <a:prstGeom prst="roundRect">
            <a:avLst>
              <a:gd fmla="val 5000" name="adj"/>
            </a:avLst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8720" y="3566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1737360" y="32918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68h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737360" y="39319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 contenido en directo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754880" y="3108960"/>
            <a:ext cx="3474720" cy="1463040"/>
          </a:xfrm>
          <a:prstGeom prst="roundRect">
            <a:avLst>
              <a:gd fmla="val 5000" name="adj"/>
            </a:avLst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9200" y="3566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5577840" y="32918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34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577840" y="39319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Sesiones en vivo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4" title="potenzia-logo-DA6qrqM4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7175" y="163428"/>
            <a:ext cx="908148" cy="1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/>
          <p:nvPr/>
        </p:nvSpPr>
        <p:spPr>
          <a:xfrm>
            <a:off x="548640" y="3657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Programa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914400"/>
            <a:ext cx="548640" cy="36576"/>
          </a:xfrm>
          <a:prstGeom prst="rect">
            <a:avLst/>
          </a:prstGeom>
          <a:solidFill>
            <a:srgbClr val="D2C8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1A1A1A"/>
          </a:solidFill>
          <a:ln cap="flat" cmpd="sng" w="19050">
            <a:solidFill>
              <a:srgbClr val="D2C8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280160" y="12344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2C87B"/>
                </a:solidFill>
                <a:latin typeface="Calibri"/>
                <a:ea typeface="Calibri"/>
                <a:cs typeface="Calibri"/>
                <a:sym typeface="Calibri"/>
              </a:rPr>
              <a:t>Semana 1-4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280160" y="14630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Fundamentos de 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280160" y="173736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Bases y conceptos esenciales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640080" y="2057400"/>
            <a:ext cx="7772400" cy="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5"/>
          <p:cNvSpPr/>
          <p:nvPr/>
        </p:nvSpPr>
        <p:spPr>
          <a:xfrm>
            <a:off x="640080" y="2194560"/>
            <a:ext cx="411480" cy="411480"/>
          </a:xfrm>
          <a:prstGeom prst="ellipse">
            <a:avLst/>
          </a:prstGeom>
          <a:solidFill>
            <a:srgbClr val="1A1A1A"/>
          </a:solidFill>
          <a:ln cap="flat" cmpd="sng" w="19050">
            <a:solidFill>
              <a:srgbClr val="D2C8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640080" y="21945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280160" y="21488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2C87B"/>
                </a:solidFill>
                <a:latin typeface="Calibri"/>
                <a:ea typeface="Calibri"/>
                <a:cs typeface="Calibri"/>
                <a:sym typeface="Calibri"/>
              </a:rPr>
              <a:t>Semana 5-10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280160" y="23774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Herramientas Clave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280160" y="265176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Dominio de +30 herramientas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5"/>
          <p:cNvCxnSpPr/>
          <p:nvPr/>
        </p:nvCxnSpPr>
        <p:spPr>
          <a:xfrm>
            <a:off x="640080" y="2971800"/>
            <a:ext cx="7772400" cy="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5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1A1A1A"/>
          </a:solidFill>
          <a:ln cap="flat" cmpd="sng" w="19050">
            <a:solidFill>
              <a:srgbClr val="D2C8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280160" y="30632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2C87B"/>
                </a:solidFill>
                <a:latin typeface="Calibri"/>
                <a:ea typeface="Calibri"/>
                <a:cs typeface="Calibri"/>
                <a:sym typeface="Calibri"/>
              </a:rPr>
              <a:t>Semana 11-18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280160" y="32918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Implementación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280160" y="356616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Casos prácticos y proyectos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640080" y="3886200"/>
            <a:ext cx="7772400" cy="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5"/>
          <p:cNvSpPr/>
          <p:nvPr/>
        </p:nvSpPr>
        <p:spPr>
          <a:xfrm>
            <a:off x="640080" y="4023360"/>
            <a:ext cx="411480" cy="411480"/>
          </a:xfrm>
          <a:prstGeom prst="ellipse">
            <a:avLst/>
          </a:prstGeom>
          <a:solidFill>
            <a:srgbClr val="1A1A1A"/>
          </a:solidFill>
          <a:ln cap="flat" cmpd="sng" w="19050">
            <a:solidFill>
              <a:srgbClr val="D2C8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40080" y="40233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280160" y="39776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2C87B"/>
                </a:solidFill>
                <a:latin typeface="Calibri"/>
                <a:ea typeface="Calibri"/>
                <a:cs typeface="Calibri"/>
                <a:sym typeface="Calibri"/>
              </a:rPr>
              <a:t>Semana 19-26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280160" y="4206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Especialización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280160" y="448056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Consultoría y monetización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5" title="potenzia-logo-DA6qrqM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175" y="163428"/>
            <a:ext cx="908148" cy="1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548640" y="45720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¿Para quién 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este programa?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D2C8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783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1051560" y="173736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Profesionales que quieren implementar IA en su empresa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4231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1051560" y="23774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Emprendedores que buscan automatizar procesos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3063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1051560" y="301752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Consultores que quieren ofrecer servicios de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3703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1051560" y="36576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Equipos de marketing y operaciones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029200" y="640080"/>
            <a:ext cx="3840480" cy="3840480"/>
          </a:xfrm>
          <a:prstGeom prst="roundRect">
            <a:avLst>
              <a:gd fmla="val 2381" name="adj"/>
            </a:avLst>
          </a:prstGeom>
          <a:solidFill>
            <a:srgbClr val="1A1A1A"/>
          </a:solidFill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5029200" y="640080"/>
            <a:ext cx="38404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[Imagen 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gráfico aquí]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6" title="potenzia-logo-DA6qrqM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175" y="163428"/>
            <a:ext cx="908148" cy="1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4" name="Google Shape;14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0" y="914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1371600" y="173736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"Aquí va el testimonio o cita destacada de un alumno o cliente que valide la propuesta de valor del programa."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Nombre del Alumno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371600" y="35661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Cargo / Empresa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40480" y="4023360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3088" y="4023360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5696" y="4023360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8304" y="4023360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0912" y="4023360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7" title="potenzia-logo-DA6qrqM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7175" y="163428"/>
            <a:ext cx="908148" cy="1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Tu camino en 90 días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960120"/>
            <a:ext cx="2743200" cy="274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8"/>
          <p:cNvCxnSpPr/>
          <p:nvPr/>
        </p:nvCxnSpPr>
        <p:spPr>
          <a:xfrm>
            <a:off x="1371600" y="2377440"/>
            <a:ext cx="6400800" cy="0"/>
          </a:xfrm>
          <a:prstGeom prst="straightConnector1">
            <a:avLst/>
          </a:prstGeom>
          <a:noFill/>
          <a:ln cap="flat" cmpd="sng" w="25400">
            <a:solidFill>
              <a:srgbClr val="D2C87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8"/>
          <p:cNvSpPr/>
          <p:nvPr/>
        </p:nvSpPr>
        <p:spPr>
          <a:xfrm>
            <a:off x="1874520" y="2148840"/>
            <a:ext cx="457200" cy="457200"/>
          </a:xfrm>
          <a:prstGeom prst="ellipse">
            <a:avLst/>
          </a:prstGeom>
          <a:solidFill>
            <a:srgbClr val="D2C8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1874520" y="2148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A0A0A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188720" y="1417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2C87B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188720" y="1645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Fundamentos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188720" y="28346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Bases de IA 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herramientas clave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617720" y="2148840"/>
            <a:ext cx="457200" cy="457200"/>
          </a:xfrm>
          <a:prstGeom prst="ellipse">
            <a:avLst/>
          </a:prstGeom>
          <a:solidFill>
            <a:srgbClr val="D2C8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617720" y="2148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A0A0A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931920" y="1417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2C87B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3931920" y="1645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Práctica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931920" y="28346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en proyectos reales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360920" y="2148840"/>
            <a:ext cx="457200" cy="457200"/>
          </a:xfrm>
          <a:prstGeom prst="ellipse">
            <a:avLst/>
          </a:prstGeom>
          <a:solidFill>
            <a:srgbClr val="D2C8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7360920" y="2148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A0A0A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675120" y="1417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2C87B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675120" y="1645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Dominio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675120" y="283464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Especialización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y monetización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8" title="potenzia-logo-DA6qrqM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175" y="163428"/>
            <a:ext cx="908148" cy="1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Invierte en tu futuro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2286000" y="1097280"/>
            <a:ext cx="4572000" cy="3474720"/>
          </a:xfrm>
          <a:prstGeom prst="roundRect">
            <a:avLst>
              <a:gd fmla="val 3158" name="adj"/>
            </a:avLst>
          </a:prstGeom>
          <a:solidFill>
            <a:srgbClr val="1A1A1A"/>
          </a:solidFill>
          <a:ln cap="flat" cmpd="sng" w="19050">
            <a:solidFill>
              <a:srgbClr val="D2C8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2286000" y="1371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2C87B"/>
                </a:solidFill>
                <a:latin typeface="Calibri"/>
                <a:ea typeface="Calibri"/>
                <a:cs typeface="Calibri"/>
                <a:sym typeface="Calibri"/>
              </a:rPr>
              <a:t>PRIMERA EDICIÓN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2286000" y="182880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C87B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1.500€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7520" y="267919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/>
          <p:nvPr/>
        </p:nvSpPr>
        <p:spPr>
          <a:xfrm>
            <a:off x="3337560" y="2651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34 sesiones en directo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9" name="Google Shape;18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7520" y="30083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9"/>
          <p:cNvSpPr/>
          <p:nvPr/>
        </p:nvSpPr>
        <p:spPr>
          <a:xfrm>
            <a:off x="3337560" y="298094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68 horas de contenido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" name="Google Shape;1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7520" y="33375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3337560" y="33101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+30 herramientas dominadas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3" name="Google Shape;19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7520" y="366674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3337560" y="36393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Comunidad privada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" name="Google Shape;19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7520" y="39959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/>
          <p:nvPr/>
        </p:nvSpPr>
        <p:spPr>
          <a:xfrm>
            <a:off x="3337560" y="396849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Certificado de finalización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7" name="Google Shape;19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4663440"/>
            <a:ext cx="2743200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3200400" y="466344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0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0A"/>
                </a:solidFill>
                <a:latin typeface="Calibri"/>
                <a:ea typeface="Calibri"/>
                <a:cs typeface="Calibri"/>
                <a:sym typeface="Calibri"/>
              </a:rPr>
              <a:t>Inscribirme Ahora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9" title="potenzia-logo-DA6qrqM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7175" y="163428"/>
            <a:ext cx="908148" cy="1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¿Listo para dar el salto?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b="1" i="0" lang="en-US" sz="4000" u="none" cap="none" strike="noStrike">
                <a:solidFill>
                  <a:srgbClr val="D2C87B"/>
                </a:solidFill>
                <a:latin typeface="Georgia"/>
                <a:ea typeface="Georgia"/>
                <a:cs typeface="Georgia"/>
                <a:sym typeface="Georgia"/>
              </a:rPr>
              <a:t>Empieza hoy.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828800" y="29260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El futuro es de quienes dominan la IA. No te quedes atrás.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3566160"/>
            <a:ext cx="365760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/>
          <p:nvPr/>
        </p:nvSpPr>
        <p:spPr>
          <a:xfrm>
            <a:off x="2743200" y="35661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0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0A"/>
                </a:solidFill>
                <a:latin typeface="Calibri"/>
                <a:ea typeface="Calibri"/>
                <a:cs typeface="Calibri"/>
                <a:sym typeface="Calibri"/>
              </a:rPr>
              <a:t>Inscribirme Ahora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1828800" y="42976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77777"/>
                </a:solidFill>
                <a:latin typeface="Calibri"/>
                <a:ea typeface="Calibri"/>
                <a:cs typeface="Calibri"/>
                <a:sym typeface="Calibri"/>
              </a:rPr>
              <a:t>va360.com/potenzia  |  info@va360.com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31920" y="466344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1" name="Google Shape;21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87952" y="466344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2" name="Google Shape;21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3984" y="466344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3" name="Google Shape;21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00016" y="466344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4" name="Google Shape;21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6048" y="4663440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0" title="potenzia-logo-DA6qrqM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7175" y="163428"/>
            <a:ext cx="908148" cy="1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2026-03-02T10:45:40Z</dcterms:created>
  <dc:creator>VA360 Labs - PotenzIA</dc:creator>
</cp:coreProperties>
</file>